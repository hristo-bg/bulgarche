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18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448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526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010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3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98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702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25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197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22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3651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765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391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916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9202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055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109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8785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9001" y="134283"/>
            <a:ext cx="6593681" cy="779552"/>
          </a:xfrm>
        </p:spPr>
        <p:txBody>
          <a:bodyPr/>
          <a:lstStyle/>
          <a:p>
            <a:r>
              <a:rPr dirty="0" err="1"/>
              <a:t>Bulgarche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9024" y="1371601"/>
            <a:ext cx="6593681" cy="5065058"/>
          </a:xfrm>
        </p:spPr>
        <p:txBody>
          <a:bodyPr>
            <a:normAutofit fontScale="92500" lnSpcReduction="20000"/>
          </a:bodyPr>
          <a:lstStyle/>
          <a:p>
            <a:endParaRPr lang="bg-BG"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Твоят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офлайн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помощник</a:t>
            </a:r>
            <a:r>
              <a:rPr dirty="0">
                <a:solidFill>
                  <a:schemeClr val="tx1"/>
                </a:solidFill>
              </a:rPr>
              <a:t> за </a:t>
            </a:r>
            <a:r>
              <a:rPr dirty="0" err="1">
                <a:solidFill>
                  <a:schemeClr val="tx1"/>
                </a:solidFill>
              </a:rPr>
              <a:t>изучаване</a:t>
            </a:r>
            <a:r>
              <a:rPr dirty="0">
                <a:solidFill>
                  <a:schemeClr val="tx1"/>
                </a:solidFill>
              </a:rPr>
              <a:t> на </a:t>
            </a:r>
            <a:r>
              <a:rPr dirty="0" err="1">
                <a:solidFill>
                  <a:schemeClr val="tx1"/>
                </a:solidFill>
              </a:rPr>
              <a:t>български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език</a:t>
            </a:r>
            <a:endParaRPr dirty="0">
              <a:solidFill>
                <a:schemeClr val="tx1"/>
              </a:solidFill>
            </a:endParaRPr>
          </a:p>
          <a:p>
            <a:endParaRPr lang="bg-BG" dirty="0">
              <a:solidFill>
                <a:schemeClr val="tx1"/>
              </a:solidFill>
            </a:endParaRPr>
          </a:p>
          <a:p>
            <a:endParaRPr lang="bg-BG" dirty="0">
              <a:solidFill>
                <a:schemeClr val="tx1"/>
              </a:solidFill>
            </a:endParaRPr>
          </a:p>
          <a:p>
            <a:endParaRPr lang="bg-BG" dirty="0">
              <a:solidFill>
                <a:schemeClr val="tx1"/>
              </a:solidFill>
            </a:endParaRPr>
          </a:p>
          <a:p>
            <a:endParaRPr lang="bg-BG" dirty="0">
              <a:solidFill>
                <a:schemeClr val="tx1"/>
              </a:solidFill>
            </a:endParaRPr>
          </a:p>
          <a:p>
            <a:endParaRPr lang="bg-BG" dirty="0">
              <a:solidFill>
                <a:schemeClr val="tx1"/>
              </a:solidFill>
            </a:endParaRPr>
          </a:p>
          <a:p>
            <a:endParaRPr lang="bg-BG" dirty="0">
              <a:solidFill>
                <a:schemeClr val="tx1"/>
              </a:solidFill>
            </a:endParaRPr>
          </a:p>
          <a:p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Разработено</a:t>
            </a:r>
            <a:r>
              <a:rPr dirty="0">
                <a:solidFill>
                  <a:schemeClr val="tx1"/>
                </a:solidFill>
              </a:rPr>
              <a:t> от: </a:t>
            </a:r>
            <a:r>
              <a:rPr lang="bg-BG" dirty="0">
                <a:solidFill>
                  <a:schemeClr val="tx1"/>
                </a:solidFill>
              </a:rPr>
              <a:t>Христо Георгиев, 9. клас</a:t>
            </a:r>
          </a:p>
          <a:p>
            <a:r>
              <a:rPr lang="bg-BG" dirty="0">
                <a:solidFill>
                  <a:schemeClr val="tx1"/>
                </a:solidFill>
              </a:rPr>
              <a:t>От пмг „св. Климент охридски“, гр. Силистра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A4C8DE-E248-4E93-8388-B695FDF0E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66" b="95430" l="2970" r="97195">
                        <a14:foregroundMark x1="4950" y1="11517" x2="10231" y2="78245"/>
                        <a14:foregroundMark x1="10231" y1="78245" x2="14521" y2="87934"/>
                        <a14:foregroundMark x1="14521" y1="87934" x2="48020" y2="88300"/>
                        <a14:foregroundMark x1="48020" y1="88300" x2="76238" y2="87203"/>
                        <a14:foregroundMark x1="76238" y1="87203" x2="89769" y2="88848"/>
                        <a14:foregroundMark x1="88119" y1="82633" x2="85809" y2="62157"/>
                        <a14:foregroundMark x1="85809" y1="62157" x2="60310" y2="3925"/>
                        <a14:foregroundMark x1="71452" y1="10969" x2="97195" y2="24497"/>
                        <a14:foregroundMark x1="87294" y1="8044" x2="90099" y2="7678"/>
                        <a14:foregroundMark x1="93894" y1="9324" x2="94884" y2="86106"/>
                        <a14:foregroundMark x1="94884" y1="86106" x2="81518" y2="94881"/>
                        <a14:foregroundMark x1="81518" y1="94881" x2="5611" y2="89945"/>
                        <a14:foregroundMark x1="5611" y1="89945" x2="3465" y2="80804"/>
                        <a14:foregroundMark x1="3465" y1="80804" x2="4290" y2="10055"/>
                        <a14:foregroundMark x1="93399" y1="9689" x2="97030" y2="82633"/>
                        <a14:foregroundMark x1="95710" y1="91225" x2="95380" y2="84095"/>
                        <a14:foregroundMark x1="95875" y1="9141" x2="95710" y2="25046"/>
                        <a14:foregroundMark x1="51650" y1="93419" x2="43399" y2="94516"/>
                        <a14:foregroundMark x1="50165" y1="94881" x2="55446" y2="95430"/>
                        <a14:foregroundMark x1="33498" y1="13528" x2="13531" y2="15174"/>
                        <a14:foregroundMark x1="32673" y1="18647" x2="67492" y2="14442"/>
                        <a14:foregroundMark x1="28053" y1="20841" x2="13861" y2="27422"/>
                        <a14:foregroundMark x1="12541" y1="18099" x2="24257" y2="20110"/>
                        <a14:foregroundMark x1="7591" y1="18464" x2="8251" y2="28154"/>
                        <a14:foregroundMark x1="96205" y1="22121" x2="96205" y2="46252"/>
                        <a14:foregroundMark x1="34158" y1="31810" x2="38779" y2="44607"/>
                        <a14:foregroundMark x1="38779" y1="44607" x2="32178" y2="40585"/>
                        <a14:foregroundMark x1="24587" y1="37294" x2="30528" y2="50274"/>
                        <a14:foregroundMark x1="22607" y1="34186" x2="22772" y2="51005"/>
                        <a14:foregroundMark x1="20627" y1="38026" x2="18152" y2="49177"/>
                        <a14:foregroundMark x1="28878" y1="36380" x2="28878" y2="42779"/>
                        <a14:foregroundMark x1="33168" y1="43693" x2="33168" y2="53016"/>
                        <a14:foregroundMark x1="37954" y1="35283" x2="38449" y2="46435"/>
                        <a14:foregroundMark x1="41584" y1="37294" x2="42409" y2="52834"/>
                        <a14:foregroundMark x1="36139" y1="46252" x2="38284" y2="53931"/>
                        <a14:backgroundMark x1="18482" y1="2011" x2="18482" y2="2011"/>
                        <a14:backgroundMark x1="19472" y1="2011" x2="28383" y2="1280"/>
                        <a14:backgroundMark x1="49505" y1="2925" x2="57261" y2="2011"/>
                        <a14:backgroundMark x1="90924" y1="2377" x2="58581" y2="1280"/>
                        <a14:backgroundMark x1="59571" y1="914" x2="57261" y2="1645"/>
                        <a14:backgroundMark x1="51485" y1="1645" x2="33333" y2="183"/>
                        <a14:backgroundMark x1="33333" y1="183" x2="27393" y2="1645"/>
                        <a14:backgroundMark x1="20132" y1="1645" x2="17657" y2="21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35703" y="2336878"/>
            <a:ext cx="3472594" cy="31345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Какво е Bulgarche?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dirty="0" err="1"/>
              <a:t>Истински</a:t>
            </a:r>
            <a:r>
              <a:rPr dirty="0"/>
              <a:t> </a:t>
            </a:r>
            <a:r>
              <a:rPr dirty="0" err="1"/>
              <a:t>крос-платформено</a:t>
            </a:r>
            <a:r>
              <a:rPr dirty="0"/>
              <a:t> </a:t>
            </a:r>
            <a:r>
              <a:rPr dirty="0" err="1"/>
              <a:t>приложение</a:t>
            </a:r>
            <a:endParaRPr dirty="0"/>
          </a:p>
          <a:p>
            <a:pPr lvl="1"/>
            <a:r>
              <a:rPr dirty="0" err="1"/>
              <a:t>Мобилна</a:t>
            </a:r>
            <a:r>
              <a:rPr dirty="0"/>
              <a:t> </a:t>
            </a:r>
            <a:r>
              <a:rPr dirty="0" err="1"/>
              <a:t>версия</a:t>
            </a:r>
            <a:r>
              <a:rPr dirty="0"/>
              <a:t> (Android APK)</a:t>
            </a:r>
          </a:p>
          <a:p>
            <a:pPr lvl="1"/>
            <a:r>
              <a:rPr dirty="0" err="1"/>
              <a:t>Десктоп</a:t>
            </a:r>
            <a:r>
              <a:rPr dirty="0"/>
              <a:t> </a:t>
            </a:r>
            <a:r>
              <a:rPr dirty="0" err="1"/>
              <a:t>версия</a:t>
            </a:r>
            <a:r>
              <a:rPr dirty="0"/>
              <a:t> (Windows .exe)</a:t>
            </a:r>
          </a:p>
          <a:p>
            <a:pPr lvl="1"/>
            <a:r>
              <a:rPr dirty="0" err="1"/>
              <a:t>Двуезична</a:t>
            </a:r>
            <a:r>
              <a:rPr dirty="0"/>
              <a:t> </a:t>
            </a:r>
            <a:r>
              <a:rPr dirty="0" err="1"/>
              <a:t>среда</a:t>
            </a:r>
            <a:r>
              <a:rPr dirty="0"/>
              <a:t> (</a:t>
            </a:r>
            <a:r>
              <a:rPr dirty="0" err="1"/>
              <a:t>Български</a:t>
            </a:r>
            <a:r>
              <a:rPr dirty="0"/>
              <a:t> ↔ </a:t>
            </a:r>
            <a:r>
              <a:rPr dirty="0" err="1"/>
              <a:t>Френски</a:t>
            </a:r>
            <a:r>
              <a:rPr dirty="0"/>
              <a:t>)</a:t>
            </a:r>
          </a:p>
          <a:p>
            <a:pPr lvl="1"/>
            <a:r>
              <a:rPr dirty="0"/>
              <a:t>100% </a:t>
            </a:r>
            <a:r>
              <a:rPr dirty="0" err="1"/>
              <a:t>Офлайн</a:t>
            </a:r>
            <a:r>
              <a:rPr dirty="0"/>
              <a:t> </a:t>
            </a:r>
            <a:r>
              <a:rPr dirty="0" err="1"/>
              <a:t>функционалност</a:t>
            </a:r>
            <a:r>
              <a:rPr dirty="0"/>
              <a:t> (</a:t>
            </a:r>
            <a:r>
              <a:rPr dirty="0" err="1"/>
              <a:t>Аудио</a:t>
            </a:r>
            <a:r>
              <a:rPr dirty="0"/>
              <a:t> и </a:t>
            </a:r>
            <a:r>
              <a:rPr dirty="0" err="1"/>
              <a:t>Текст</a:t>
            </a:r>
            <a:r>
              <a:rPr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EF13B3-A3BB-4BD9-BA89-57C33FE64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66" b="95430" l="2970" r="97195">
                        <a14:foregroundMark x1="4950" y1="11517" x2="10231" y2="78245"/>
                        <a14:foregroundMark x1="10231" y1="78245" x2="14521" y2="87934"/>
                        <a14:foregroundMark x1="14521" y1="87934" x2="48020" y2="88300"/>
                        <a14:foregroundMark x1="48020" y1="88300" x2="76238" y2="87203"/>
                        <a14:foregroundMark x1="76238" y1="87203" x2="89769" y2="88848"/>
                        <a14:foregroundMark x1="88119" y1="82633" x2="85809" y2="62157"/>
                        <a14:foregroundMark x1="85809" y1="62157" x2="60310" y2="3925"/>
                        <a14:foregroundMark x1="71452" y1="10969" x2="97195" y2="24497"/>
                        <a14:foregroundMark x1="87294" y1="8044" x2="90099" y2="7678"/>
                        <a14:foregroundMark x1="93894" y1="9324" x2="94884" y2="86106"/>
                        <a14:foregroundMark x1="94884" y1="86106" x2="81518" y2="94881"/>
                        <a14:foregroundMark x1="81518" y1="94881" x2="5611" y2="89945"/>
                        <a14:foregroundMark x1="5611" y1="89945" x2="3465" y2="80804"/>
                        <a14:foregroundMark x1="3465" y1="80804" x2="4290" y2="10055"/>
                        <a14:foregroundMark x1="93399" y1="9689" x2="97030" y2="82633"/>
                        <a14:foregroundMark x1="95710" y1="91225" x2="95380" y2="84095"/>
                        <a14:foregroundMark x1="95875" y1="9141" x2="95710" y2="25046"/>
                        <a14:foregroundMark x1="51650" y1="93419" x2="43399" y2="94516"/>
                        <a14:foregroundMark x1="50165" y1="94881" x2="55446" y2="95430"/>
                        <a14:foregroundMark x1="33498" y1="13528" x2="13531" y2="15174"/>
                        <a14:foregroundMark x1="32673" y1="18647" x2="67492" y2="14442"/>
                        <a14:foregroundMark x1="28053" y1="20841" x2="13861" y2="27422"/>
                        <a14:foregroundMark x1="12541" y1="18099" x2="24257" y2="20110"/>
                        <a14:foregroundMark x1="7591" y1="18464" x2="8251" y2="28154"/>
                        <a14:foregroundMark x1="96205" y1="22121" x2="96205" y2="46252"/>
                        <a14:foregroundMark x1="34158" y1="31810" x2="38779" y2="44607"/>
                        <a14:foregroundMark x1="38779" y1="44607" x2="32178" y2="40585"/>
                        <a14:foregroundMark x1="24587" y1="37294" x2="30528" y2="50274"/>
                        <a14:foregroundMark x1="22607" y1="34186" x2="22772" y2="51005"/>
                        <a14:foregroundMark x1="20627" y1="38026" x2="18152" y2="49177"/>
                        <a14:foregroundMark x1="28878" y1="36380" x2="28878" y2="42779"/>
                        <a14:foregroundMark x1="33168" y1="43693" x2="33168" y2="53016"/>
                        <a14:foregroundMark x1="37954" y1="35283" x2="38449" y2="46435"/>
                        <a14:foregroundMark x1="41584" y1="37294" x2="42409" y2="52834"/>
                        <a14:foregroundMark x1="36139" y1="46252" x2="38284" y2="53931"/>
                        <a14:backgroundMark x1="18482" y1="2011" x2="18482" y2="2011"/>
                        <a14:backgroundMark x1="19472" y1="2011" x2="28383" y2="1280"/>
                        <a14:backgroundMark x1="49505" y1="2925" x2="57261" y2="2011"/>
                        <a14:backgroundMark x1="90924" y1="2377" x2="58581" y2="1280"/>
                        <a14:backgroundMark x1="59571" y1="914" x2="57261" y2="1645"/>
                        <a14:backgroundMark x1="51485" y1="1645" x2="33333" y2="183"/>
                        <a14:backgroundMark x1="33333" y1="183" x2="27393" y2="1645"/>
                        <a14:backgroundMark x1="20132" y1="1645" x2="17657" y2="21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47509" y="62755"/>
            <a:ext cx="1638050" cy="14785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5791449" cy="1478570"/>
          </a:xfrm>
        </p:spPr>
        <p:txBody>
          <a:bodyPr/>
          <a:lstStyle/>
          <a:p>
            <a:r>
              <a:rPr dirty="0" err="1"/>
              <a:t>Потребителско</a:t>
            </a:r>
            <a:r>
              <a:rPr dirty="0"/>
              <a:t> </a:t>
            </a:r>
            <a:r>
              <a:rPr dirty="0" err="1"/>
              <a:t>преживяване</a:t>
            </a:r>
            <a:r>
              <a:rPr dirty="0"/>
              <a:t> (UX)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dirty="0" err="1"/>
              <a:t>Индивидуален</a:t>
            </a:r>
            <a:r>
              <a:rPr dirty="0"/>
              <a:t> </a:t>
            </a:r>
            <a:r>
              <a:rPr dirty="0" err="1"/>
              <a:t>подход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първо</a:t>
            </a:r>
            <a:r>
              <a:rPr dirty="0"/>
              <a:t> </a:t>
            </a:r>
            <a:r>
              <a:rPr dirty="0" err="1"/>
              <a:t>стартиране</a:t>
            </a:r>
            <a:endParaRPr dirty="0"/>
          </a:p>
          <a:p>
            <a:pPr lvl="1"/>
            <a:r>
              <a:rPr dirty="0" err="1"/>
              <a:t>Локално</a:t>
            </a:r>
            <a:r>
              <a:rPr dirty="0"/>
              <a:t> </a:t>
            </a:r>
            <a:r>
              <a:rPr dirty="0" err="1"/>
              <a:t>запазване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прогреса</a:t>
            </a:r>
            <a:r>
              <a:rPr dirty="0"/>
              <a:t> (</a:t>
            </a:r>
            <a:r>
              <a:rPr dirty="0" err="1"/>
              <a:t>localStorage</a:t>
            </a:r>
            <a:r>
              <a:rPr dirty="0"/>
              <a:t>)</a:t>
            </a:r>
          </a:p>
          <a:p>
            <a:pPr lvl="1"/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нужда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сървър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онлайн</a:t>
            </a:r>
            <a:r>
              <a:rPr dirty="0"/>
              <a:t> </a:t>
            </a:r>
            <a:r>
              <a:rPr dirty="0" err="1"/>
              <a:t>профил</a:t>
            </a:r>
            <a:endParaRPr dirty="0"/>
          </a:p>
          <a:p>
            <a:pPr lvl="1"/>
            <a:r>
              <a:rPr dirty="0" err="1"/>
              <a:t>Персонализирани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(Dark Mode, </a:t>
            </a:r>
            <a:r>
              <a:rPr dirty="0" err="1"/>
              <a:t>размер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шрифта</a:t>
            </a:r>
            <a:r>
              <a:rPr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95BAD7-09DC-4DBF-AD9E-55E06DA0A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66" b="95430" l="2970" r="97195">
                        <a14:foregroundMark x1="4950" y1="11517" x2="10231" y2="78245"/>
                        <a14:foregroundMark x1="10231" y1="78245" x2="14521" y2="87934"/>
                        <a14:foregroundMark x1="14521" y1="87934" x2="48020" y2="88300"/>
                        <a14:foregroundMark x1="48020" y1="88300" x2="76238" y2="87203"/>
                        <a14:foregroundMark x1="76238" y1="87203" x2="89769" y2="88848"/>
                        <a14:foregroundMark x1="88119" y1="82633" x2="85809" y2="62157"/>
                        <a14:foregroundMark x1="85809" y1="62157" x2="60310" y2="3925"/>
                        <a14:foregroundMark x1="71452" y1="10969" x2="97195" y2="24497"/>
                        <a14:foregroundMark x1="87294" y1="8044" x2="90099" y2="7678"/>
                        <a14:foregroundMark x1="93894" y1="9324" x2="94884" y2="86106"/>
                        <a14:foregroundMark x1="94884" y1="86106" x2="81518" y2="94881"/>
                        <a14:foregroundMark x1="81518" y1="94881" x2="5611" y2="89945"/>
                        <a14:foregroundMark x1="5611" y1="89945" x2="3465" y2="80804"/>
                        <a14:foregroundMark x1="3465" y1="80804" x2="4290" y2="10055"/>
                        <a14:foregroundMark x1="93399" y1="9689" x2="97030" y2="82633"/>
                        <a14:foregroundMark x1="95710" y1="91225" x2="95380" y2="84095"/>
                        <a14:foregroundMark x1="95875" y1="9141" x2="95710" y2="25046"/>
                        <a14:foregroundMark x1="51650" y1="93419" x2="43399" y2="94516"/>
                        <a14:foregroundMark x1="50165" y1="94881" x2="55446" y2="95430"/>
                        <a14:foregroundMark x1="33498" y1="13528" x2="13531" y2="15174"/>
                        <a14:foregroundMark x1="32673" y1="18647" x2="67492" y2="14442"/>
                        <a14:foregroundMark x1="28053" y1="20841" x2="13861" y2="27422"/>
                        <a14:foregroundMark x1="12541" y1="18099" x2="24257" y2="20110"/>
                        <a14:foregroundMark x1="7591" y1="18464" x2="8251" y2="28154"/>
                        <a14:foregroundMark x1="96205" y1="22121" x2="96205" y2="46252"/>
                        <a14:foregroundMark x1="34158" y1="31810" x2="38779" y2="44607"/>
                        <a14:foregroundMark x1="38779" y1="44607" x2="32178" y2="40585"/>
                        <a14:foregroundMark x1="24587" y1="37294" x2="30528" y2="50274"/>
                        <a14:foregroundMark x1="22607" y1="34186" x2="22772" y2="51005"/>
                        <a14:foregroundMark x1="20627" y1="38026" x2="18152" y2="49177"/>
                        <a14:foregroundMark x1="28878" y1="36380" x2="28878" y2="42779"/>
                        <a14:foregroundMark x1="33168" y1="43693" x2="33168" y2="53016"/>
                        <a14:foregroundMark x1="37954" y1="35283" x2="38449" y2="46435"/>
                        <a14:foregroundMark x1="41584" y1="37294" x2="42409" y2="52834"/>
                        <a14:foregroundMark x1="36139" y1="46252" x2="38284" y2="53931"/>
                        <a14:backgroundMark x1="18482" y1="2011" x2="18482" y2="2011"/>
                        <a14:backgroundMark x1="19472" y1="2011" x2="28383" y2="1280"/>
                        <a14:backgroundMark x1="49505" y1="2925" x2="57261" y2="2011"/>
                        <a14:backgroundMark x1="90924" y1="2377" x2="58581" y2="1280"/>
                        <a14:backgroundMark x1="59571" y1="914" x2="57261" y2="1645"/>
                        <a14:backgroundMark x1="51485" y1="1645" x2="33333" y2="183"/>
                        <a14:backgroundMark x1="33333" y1="183" x2="27393" y2="1645"/>
                        <a14:backgroundMark x1="20132" y1="1645" x2="17657" y2="21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47509" y="62755"/>
            <a:ext cx="1638050" cy="14785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18518"/>
            <a:ext cx="5625422" cy="1478570"/>
          </a:xfrm>
        </p:spPr>
        <p:txBody>
          <a:bodyPr/>
          <a:lstStyle/>
          <a:p>
            <a:r>
              <a:rPr dirty="0" err="1"/>
              <a:t>Образователно</a:t>
            </a:r>
            <a:r>
              <a:rPr dirty="0"/>
              <a:t> </a:t>
            </a:r>
            <a:r>
              <a:rPr dirty="0" err="1"/>
              <a:t>съдържание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dirty="0"/>
              <a:t>60 </a:t>
            </a:r>
            <a:r>
              <a:rPr dirty="0" err="1"/>
              <a:t>структурирани</a:t>
            </a:r>
            <a:r>
              <a:rPr dirty="0"/>
              <a:t> </a:t>
            </a:r>
            <a:r>
              <a:rPr dirty="0" err="1"/>
              <a:t>урока</a:t>
            </a:r>
            <a:endParaRPr dirty="0"/>
          </a:p>
          <a:p>
            <a:pPr lvl="1"/>
            <a:r>
              <a:rPr dirty="0" err="1"/>
              <a:t>Интерактивни</a:t>
            </a:r>
            <a:r>
              <a:rPr dirty="0"/>
              <a:t> </a:t>
            </a:r>
            <a:r>
              <a:rPr dirty="0" err="1"/>
              <a:t>тестове</a:t>
            </a:r>
            <a:r>
              <a:rPr dirty="0"/>
              <a:t> (</a:t>
            </a:r>
            <a:r>
              <a:rPr dirty="0" err="1"/>
              <a:t>Куизове</a:t>
            </a:r>
            <a:r>
              <a:rPr dirty="0"/>
              <a:t>)</a:t>
            </a:r>
          </a:p>
          <a:p>
            <a:pPr lvl="1"/>
            <a:r>
              <a:rPr dirty="0" err="1"/>
              <a:t>Алгоритъм</a:t>
            </a:r>
            <a:r>
              <a:rPr dirty="0"/>
              <a:t> (Dynamic Text Parser)</a:t>
            </a:r>
          </a:p>
          <a:p>
            <a:pPr lvl="1"/>
            <a:r>
              <a:rPr dirty="0" err="1"/>
              <a:t>Резултати</a:t>
            </a:r>
            <a:r>
              <a:rPr dirty="0"/>
              <a:t> в </a:t>
            </a:r>
            <a:r>
              <a:rPr dirty="0" err="1"/>
              <a:t>реално</a:t>
            </a:r>
            <a:r>
              <a:rPr dirty="0"/>
              <a:t> </a:t>
            </a:r>
            <a:r>
              <a:rPr dirty="0" err="1"/>
              <a:t>време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933E63-AC18-4FE1-8622-611AF44E1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66" b="95430" l="2970" r="97195">
                        <a14:foregroundMark x1="4950" y1="11517" x2="10231" y2="78245"/>
                        <a14:foregroundMark x1="10231" y1="78245" x2="14521" y2="87934"/>
                        <a14:foregroundMark x1="14521" y1="87934" x2="48020" y2="88300"/>
                        <a14:foregroundMark x1="48020" y1="88300" x2="76238" y2="87203"/>
                        <a14:foregroundMark x1="76238" y1="87203" x2="89769" y2="88848"/>
                        <a14:foregroundMark x1="88119" y1="82633" x2="85809" y2="62157"/>
                        <a14:foregroundMark x1="85809" y1="62157" x2="60310" y2="3925"/>
                        <a14:foregroundMark x1="71452" y1="10969" x2="97195" y2="24497"/>
                        <a14:foregroundMark x1="87294" y1="8044" x2="90099" y2="7678"/>
                        <a14:foregroundMark x1="93894" y1="9324" x2="94884" y2="86106"/>
                        <a14:foregroundMark x1="94884" y1="86106" x2="81518" y2="94881"/>
                        <a14:foregroundMark x1="81518" y1="94881" x2="5611" y2="89945"/>
                        <a14:foregroundMark x1="5611" y1="89945" x2="3465" y2="80804"/>
                        <a14:foregroundMark x1="3465" y1="80804" x2="4290" y2="10055"/>
                        <a14:foregroundMark x1="93399" y1="9689" x2="97030" y2="82633"/>
                        <a14:foregroundMark x1="95710" y1="91225" x2="95380" y2="84095"/>
                        <a14:foregroundMark x1="95875" y1="9141" x2="95710" y2="25046"/>
                        <a14:foregroundMark x1="51650" y1="93419" x2="43399" y2="94516"/>
                        <a14:foregroundMark x1="50165" y1="94881" x2="55446" y2="95430"/>
                        <a14:foregroundMark x1="33498" y1="13528" x2="13531" y2="15174"/>
                        <a14:foregroundMark x1="32673" y1="18647" x2="67492" y2="14442"/>
                        <a14:foregroundMark x1="28053" y1="20841" x2="13861" y2="27422"/>
                        <a14:foregroundMark x1="12541" y1="18099" x2="24257" y2="20110"/>
                        <a14:foregroundMark x1="7591" y1="18464" x2="8251" y2="28154"/>
                        <a14:foregroundMark x1="96205" y1="22121" x2="96205" y2="46252"/>
                        <a14:foregroundMark x1="34158" y1="31810" x2="38779" y2="44607"/>
                        <a14:foregroundMark x1="38779" y1="44607" x2="32178" y2="40585"/>
                        <a14:foregroundMark x1="24587" y1="37294" x2="30528" y2="50274"/>
                        <a14:foregroundMark x1="22607" y1="34186" x2="22772" y2="51005"/>
                        <a14:foregroundMark x1="20627" y1="38026" x2="18152" y2="49177"/>
                        <a14:foregroundMark x1="28878" y1="36380" x2="28878" y2="42779"/>
                        <a14:foregroundMark x1="33168" y1="43693" x2="33168" y2="53016"/>
                        <a14:foregroundMark x1="37954" y1="35283" x2="38449" y2="46435"/>
                        <a14:foregroundMark x1="41584" y1="37294" x2="42409" y2="52834"/>
                        <a14:foregroundMark x1="36139" y1="46252" x2="38284" y2="53931"/>
                        <a14:backgroundMark x1="18482" y1="2011" x2="18482" y2="2011"/>
                        <a14:backgroundMark x1="19472" y1="2011" x2="28383" y2="1280"/>
                        <a14:backgroundMark x1="49505" y1="2925" x2="57261" y2="2011"/>
                        <a14:backgroundMark x1="90924" y1="2377" x2="58581" y2="1280"/>
                        <a14:backgroundMark x1="59571" y1="914" x2="57261" y2="1645"/>
                        <a14:backgroundMark x1="51485" y1="1645" x2="33333" y2="183"/>
                        <a14:backgroundMark x1="33333" y1="183" x2="27393" y2="1645"/>
                        <a14:backgroundMark x1="20132" y1="1645" x2="17657" y2="21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47509" y="62755"/>
            <a:ext cx="1638050" cy="14785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1565" y="618518"/>
            <a:ext cx="4845493" cy="1478570"/>
          </a:xfrm>
        </p:spPr>
        <p:txBody>
          <a:bodyPr/>
          <a:lstStyle/>
          <a:p>
            <a:r>
              <a:rPr dirty="0" err="1"/>
              <a:t>Технологична</a:t>
            </a:r>
            <a:r>
              <a:rPr dirty="0"/>
              <a:t> </a:t>
            </a:r>
            <a:r>
              <a:rPr dirty="0" err="1"/>
              <a:t>архитектура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dirty="0"/>
              <a:t>Frontend: HTML, CSS, JavaScript</a:t>
            </a:r>
          </a:p>
          <a:p>
            <a:pPr lvl="1"/>
            <a:r>
              <a:rPr dirty="0" err="1"/>
              <a:t>Мобилна</a:t>
            </a:r>
            <a:r>
              <a:rPr dirty="0"/>
              <a:t> </a:t>
            </a:r>
            <a:r>
              <a:rPr dirty="0" err="1"/>
              <a:t>среда</a:t>
            </a:r>
            <a:r>
              <a:rPr dirty="0"/>
              <a:t>: Cordova / Capacitor (Android)</a:t>
            </a:r>
          </a:p>
          <a:p>
            <a:pPr lvl="1"/>
            <a:r>
              <a:rPr dirty="0" err="1"/>
              <a:t>Десктоп</a:t>
            </a:r>
            <a:r>
              <a:rPr dirty="0"/>
              <a:t> </a:t>
            </a:r>
            <a:r>
              <a:rPr dirty="0" err="1"/>
              <a:t>среда</a:t>
            </a:r>
            <a:r>
              <a:rPr dirty="0"/>
              <a:t>: Electron</a:t>
            </a:r>
          </a:p>
          <a:p>
            <a:pPr lvl="1"/>
            <a:r>
              <a:rPr dirty="0" err="1"/>
              <a:t>Дистрибуция</a:t>
            </a:r>
            <a:r>
              <a:rPr dirty="0"/>
              <a:t>: </a:t>
            </a:r>
            <a:r>
              <a:rPr dirty="0" err="1"/>
              <a:t>Inno</a:t>
            </a:r>
            <a:r>
              <a:rPr dirty="0"/>
              <a:t> Setup Compiler</a:t>
            </a:r>
          </a:p>
          <a:p>
            <a:pPr lvl="1"/>
            <a:r>
              <a:rPr dirty="0" err="1"/>
              <a:t>Автоматизирани</a:t>
            </a:r>
            <a:r>
              <a:rPr dirty="0"/>
              <a:t> build </a:t>
            </a:r>
            <a:r>
              <a:rPr dirty="0" err="1"/>
              <a:t>скриптове</a:t>
            </a:r>
            <a:r>
              <a:rPr dirty="0"/>
              <a:t> (.bat)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F99A4E-69A1-42C0-B158-DB2B94803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66" b="95430" l="2970" r="97195">
                        <a14:foregroundMark x1="4950" y1="11517" x2="10231" y2="78245"/>
                        <a14:foregroundMark x1="10231" y1="78245" x2="14521" y2="87934"/>
                        <a14:foregroundMark x1="14521" y1="87934" x2="48020" y2="88300"/>
                        <a14:foregroundMark x1="48020" y1="88300" x2="76238" y2="87203"/>
                        <a14:foregroundMark x1="76238" y1="87203" x2="89769" y2="88848"/>
                        <a14:foregroundMark x1="88119" y1="82633" x2="85809" y2="62157"/>
                        <a14:foregroundMark x1="85809" y1="62157" x2="60310" y2="3925"/>
                        <a14:foregroundMark x1="71452" y1="10969" x2="97195" y2="24497"/>
                        <a14:foregroundMark x1="87294" y1="8044" x2="90099" y2="7678"/>
                        <a14:foregroundMark x1="93894" y1="9324" x2="94884" y2="86106"/>
                        <a14:foregroundMark x1="94884" y1="86106" x2="81518" y2="94881"/>
                        <a14:foregroundMark x1="81518" y1="94881" x2="5611" y2="89945"/>
                        <a14:foregroundMark x1="5611" y1="89945" x2="3465" y2="80804"/>
                        <a14:foregroundMark x1="3465" y1="80804" x2="4290" y2="10055"/>
                        <a14:foregroundMark x1="93399" y1="9689" x2="97030" y2="82633"/>
                        <a14:foregroundMark x1="95710" y1="91225" x2="95380" y2="84095"/>
                        <a14:foregroundMark x1="95875" y1="9141" x2="95710" y2="25046"/>
                        <a14:foregroundMark x1="51650" y1="93419" x2="43399" y2="94516"/>
                        <a14:foregroundMark x1="50165" y1="94881" x2="55446" y2="95430"/>
                        <a14:foregroundMark x1="33498" y1="13528" x2="13531" y2="15174"/>
                        <a14:foregroundMark x1="32673" y1="18647" x2="67492" y2="14442"/>
                        <a14:foregroundMark x1="28053" y1="20841" x2="13861" y2="27422"/>
                        <a14:foregroundMark x1="12541" y1="18099" x2="24257" y2="20110"/>
                        <a14:foregroundMark x1="7591" y1="18464" x2="8251" y2="28154"/>
                        <a14:foregroundMark x1="96205" y1="22121" x2="96205" y2="46252"/>
                        <a14:foregroundMark x1="34158" y1="31810" x2="38779" y2="44607"/>
                        <a14:foregroundMark x1="38779" y1="44607" x2="32178" y2="40585"/>
                        <a14:foregroundMark x1="24587" y1="37294" x2="30528" y2="50274"/>
                        <a14:foregroundMark x1="22607" y1="34186" x2="22772" y2="51005"/>
                        <a14:foregroundMark x1="20627" y1="38026" x2="18152" y2="49177"/>
                        <a14:foregroundMark x1="28878" y1="36380" x2="28878" y2="42779"/>
                        <a14:foregroundMark x1="33168" y1="43693" x2="33168" y2="53016"/>
                        <a14:foregroundMark x1="37954" y1="35283" x2="38449" y2="46435"/>
                        <a14:foregroundMark x1="41584" y1="37294" x2="42409" y2="52834"/>
                        <a14:foregroundMark x1="36139" y1="46252" x2="38284" y2="53931"/>
                        <a14:backgroundMark x1="18482" y1="2011" x2="18482" y2="2011"/>
                        <a14:backgroundMark x1="19472" y1="2011" x2="28383" y2="1280"/>
                        <a14:backgroundMark x1="49505" y1="2925" x2="57261" y2="2011"/>
                        <a14:backgroundMark x1="90924" y1="2377" x2="58581" y2="1280"/>
                        <a14:backgroundMark x1="59571" y1="914" x2="57261" y2="1645"/>
                        <a14:backgroundMark x1="51485" y1="1645" x2="33333" y2="183"/>
                        <a14:backgroundMark x1="33333" y1="183" x2="27393" y2="1645"/>
                        <a14:backgroundMark x1="20132" y1="1645" x2="17657" y2="21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47509" y="62755"/>
            <a:ext cx="1638050" cy="14785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Маркетинг и представяне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dirty="0" err="1"/>
              <a:t>Собствен</a:t>
            </a:r>
            <a:r>
              <a:rPr dirty="0"/>
              <a:t> </a:t>
            </a:r>
            <a:r>
              <a:rPr dirty="0" err="1"/>
              <a:t>маркетингов</a:t>
            </a:r>
            <a:r>
              <a:rPr dirty="0"/>
              <a:t> </a:t>
            </a:r>
            <a:r>
              <a:rPr dirty="0" err="1"/>
              <a:t>сайт</a:t>
            </a:r>
            <a:r>
              <a:rPr dirty="0"/>
              <a:t> (Landing Page)</a:t>
            </a:r>
          </a:p>
          <a:p>
            <a:pPr lvl="1"/>
            <a:r>
              <a:rPr dirty="0" err="1"/>
              <a:t>Респонсив</a:t>
            </a:r>
            <a:r>
              <a:rPr dirty="0"/>
              <a:t> </a:t>
            </a:r>
            <a:r>
              <a:rPr dirty="0" err="1"/>
              <a:t>дизайн</a:t>
            </a:r>
            <a:r>
              <a:rPr dirty="0"/>
              <a:t> (Mobile + Desktop)</a:t>
            </a:r>
          </a:p>
          <a:p>
            <a:pPr lvl="1"/>
            <a:r>
              <a:rPr dirty="0" err="1"/>
              <a:t>Динамична</a:t>
            </a:r>
            <a:r>
              <a:rPr dirty="0"/>
              <a:t> </a:t>
            </a:r>
            <a:r>
              <a:rPr dirty="0" err="1"/>
              <a:t>смяна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езика</a:t>
            </a:r>
            <a:r>
              <a:rPr dirty="0"/>
              <a:t> (BG ↔ FR)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C2CCF4-DA35-4B5A-87EE-85D8F61E6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66" b="95430" l="2970" r="97195">
                        <a14:foregroundMark x1="4950" y1="11517" x2="10231" y2="78245"/>
                        <a14:foregroundMark x1="10231" y1="78245" x2="14521" y2="87934"/>
                        <a14:foregroundMark x1="14521" y1="87934" x2="48020" y2="88300"/>
                        <a14:foregroundMark x1="48020" y1="88300" x2="76238" y2="87203"/>
                        <a14:foregroundMark x1="76238" y1="87203" x2="89769" y2="88848"/>
                        <a14:foregroundMark x1="88119" y1="82633" x2="85809" y2="62157"/>
                        <a14:foregroundMark x1="85809" y1="62157" x2="60310" y2="3925"/>
                        <a14:foregroundMark x1="71452" y1="10969" x2="97195" y2="24497"/>
                        <a14:foregroundMark x1="87294" y1="8044" x2="90099" y2="7678"/>
                        <a14:foregroundMark x1="93894" y1="9324" x2="94884" y2="86106"/>
                        <a14:foregroundMark x1="94884" y1="86106" x2="81518" y2="94881"/>
                        <a14:foregroundMark x1="81518" y1="94881" x2="5611" y2="89945"/>
                        <a14:foregroundMark x1="5611" y1="89945" x2="3465" y2="80804"/>
                        <a14:foregroundMark x1="3465" y1="80804" x2="4290" y2="10055"/>
                        <a14:foregroundMark x1="93399" y1="9689" x2="97030" y2="82633"/>
                        <a14:foregroundMark x1="95710" y1="91225" x2="95380" y2="84095"/>
                        <a14:foregroundMark x1="95875" y1="9141" x2="95710" y2="25046"/>
                        <a14:foregroundMark x1="51650" y1="93419" x2="43399" y2="94516"/>
                        <a14:foregroundMark x1="50165" y1="94881" x2="55446" y2="95430"/>
                        <a14:foregroundMark x1="33498" y1="13528" x2="13531" y2="15174"/>
                        <a14:foregroundMark x1="32673" y1="18647" x2="67492" y2="14442"/>
                        <a14:foregroundMark x1="28053" y1="20841" x2="13861" y2="27422"/>
                        <a14:foregroundMark x1="12541" y1="18099" x2="24257" y2="20110"/>
                        <a14:foregroundMark x1="7591" y1="18464" x2="8251" y2="28154"/>
                        <a14:foregroundMark x1="96205" y1="22121" x2="96205" y2="46252"/>
                        <a14:foregroundMark x1="34158" y1="31810" x2="38779" y2="44607"/>
                        <a14:foregroundMark x1="38779" y1="44607" x2="32178" y2="40585"/>
                        <a14:foregroundMark x1="24587" y1="37294" x2="30528" y2="50274"/>
                        <a14:foregroundMark x1="22607" y1="34186" x2="22772" y2="51005"/>
                        <a14:foregroundMark x1="20627" y1="38026" x2="18152" y2="49177"/>
                        <a14:foregroundMark x1="28878" y1="36380" x2="28878" y2="42779"/>
                        <a14:foregroundMark x1="33168" y1="43693" x2="33168" y2="53016"/>
                        <a14:foregroundMark x1="37954" y1="35283" x2="38449" y2="46435"/>
                        <a14:foregroundMark x1="41584" y1="37294" x2="42409" y2="52834"/>
                        <a14:foregroundMark x1="36139" y1="46252" x2="38284" y2="53931"/>
                        <a14:backgroundMark x1="18482" y1="2011" x2="18482" y2="2011"/>
                        <a14:backgroundMark x1="19472" y1="2011" x2="28383" y2="1280"/>
                        <a14:backgroundMark x1="49505" y1="2925" x2="57261" y2="2011"/>
                        <a14:backgroundMark x1="90924" y1="2377" x2="58581" y2="1280"/>
                        <a14:backgroundMark x1="59571" y1="914" x2="57261" y2="1645"/>
                        <a14:backgroundMark x1="51485" y1="1645" x2="33333" y2="183"/>
                        <a14:backgroundMark x1="33333" y1="183" x2="27393" y2="1645"/>
                        <a14:backgroundMark x1="20132" y1="1645" x2="17657" y2="21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47509" y="62755"/>
            <a:ext cx="1638050" cy="14785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18518"/>
            <a:ext cx="5320621" cy="1478570"/>
          </a:xfrm>
        </p:spPr>
        <p:txBody>
          <a:bodyPr/>
          <a:lstStyle/>
          <a:p>
            <a:r>
              <a:rPr dirty="0" err="1"/>
              <a:t>Статус</a:t>
            </a:r>
            <a:r>
              <a:rPr dirty="0"/>
              <a:t> и </a:t>
            </a:r>
            <a:r>
              <a:rPr dirty="0" err="1"/>
              <a:t>бъдещо</a:t>
            </a:r>
            <a:r>
              <a:rPr dirty="0"/>
              <a:t> </a:t>
            </a:r>
            <a:r>
              <a:rPr dirty="0" err="1"/>
              <a:t>развитие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dirty="0" err="1"/>
              <a:t>Версия</a:t>
            </a:r>
            <a:r>
              <a:rPr dirty="0"/>
              <a:t> 4.0.0 – </a:t>
            </a:r>
            <a:r>
              <a:rPr dirty="0" err="1"/>
              <a:t>Напълно</a:t>
            </a:r>
            <a:r>
              <a:rPr dirty="0"/>
              <a:t> </a:t>
            </a:r>
            <a:r>
              <a:rPr dirty="0" err="1"/>
              <a:t>функционална</a:t>
            </a:r>
            <a:endParaRPr dirty="0"/>
          </a:p>
          <a:p>
            <a:pPr lvl="1"/>
            <a:r>
              <a:rPr dirty="0" err="1"/>
              <a:t>Готови</a:t>
            </a:r>
            <a:r>
              <a:rPr dirty="0"/>
              <a:t> </a:t>
            </a:r>
            <a:r>
              <a:rPr dirty="0" err="1"/>
              <a:t>инсталатори</a:t>
            </a:r>
            <a:r>
              <a:rPr dirty="0"/>
              <a:t>: .</a:t>
            </a:r>
            <a:r>
              <a:rPr dirty="0" err="1"/>
              <a:t>apk</a:t>
            </a:r>
            <a:r>
              <a:rPr dirty="0"/>
              <a:t> и .exe</a:t>
            </a:r>
          </a:p>
          <a:p>
            <a:pPr lvl="1"/>
            <a:r>
              <a:rPr dirty="0" err="1"/>
              <a:t>Централизиран</a:t>
            </a:r>
            <a:r>
              <a:rPr dirty="0"/>
              <a:t> </a:t>
            </a:r>
            <a:r>
              <a:rPr dirty="0" err="1"/>
              <a:t>превод</a:t>
            </a:r>
            <a:r>
              <a:rPr dirty="0"/>
              <a:t> </a:t>
            </a:r>
            <a:r>
              <a:rPr dirty="0" err="1"/>
              <a:t>чрез</a:t>
            </a:r>
            <a:r>
              <a:rPr dirty="0"/>
              <a:t> </a:t>
            </a:r>
            <a:r>
              <a:rPr dirty="0" err="1"/>
              <a:t>ui-strings.json</a:t>
            </a:r>
            <a:endParaRPr dirty="0"/>
          </a:p>
          <a:p>
            <a:pPr lvl="1"/>
            <a:r>
              <a:rPr dirty="0" err="1"/>
              <a:t>Разширяване</a:t>
            </a:r>
            <a:r>
              <a:rPr dirty="0"/>
              <a:t> с </a:t>
            </a:r>
            <a:r>
              <a:rPr dirty="0" err="1"/>
              <a:t>образователни</a:t>
            </a:r>
            <a:r>
              <a:rPr dirty="0"/>
              <a:t> </a:t>
            </a:r>
            <a:r>
              <a:rPr dirty="0" err="1"/>
              <a:t>мини-игри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0B1EB8-1DDF-4946-8B8B-88B0CD6BB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66" b="95430" l="2970" r="97195">
                        <a14:foregroundMark x1="4950" y1="11517" x2="10231" y2="78245"/>
                        <a14:foregroundMark x1="10231" y1="78245" x2="14521" y2="87934"/>
                        <a14:foregroundMark x1="14521" y1="87934" x2="48020" y2="88300"/>
                        <a14:foregroundMark x1="48020" y1="88300" x2="76238" y2="87203"/>
                        <a14:foregroundMark x1="76238" y1="87203" x2="89769" y2="88848"/>
                        <a14:foregroundMark x1="88119" y1="82633" x2="85809" y2="62157"/>
                        <a14:foregroundMark x1="85809" y1="62157" x2="60310" y2="3925"/>
                        <a14:foregroundMark x1="71452" y1="10969" x2="97195" y2="24497"/>
                        <a14:foregroundMark x1="87294" y1="8044" x2="90099" y2="7678"/>
                        <a14:foregroundMark x1="93894" y1="9324" x2="94884" y2="86106"/>
                        <a14:foregroundMark x1="94884" y1="86106" x2="81518" y2="94881"/>
                        <a14:foregroundMark x1="81518" y1="94881" x2="5611" y2="89945"/>
                        <a14:foregroundMark x1="5611" y1="89945" x2="3465" y2="80804"/>
                        <a14:foregroundMark x1="3465" y1="80804" x2="4290" y2="10055"/>
                        <a14:foregroundMark x1="93399" y1="9689" x2="97030" y2="82633"/>
                        <a14:foregroundMark x1="95710" y1="91225" x2="95380" y2="84095"/>
                        <a14:foregroundMark x1="95875" y1="9141" x2="95710" y2="25046"/>
                        <a14:foregroundMark x1="51650" y1="93419" x2="43399" y2="94516"/>
                        <a14:foregroundMark x1="50165" y1="94881" x2="55446" y2="95430"/>
                        <a14:foregroundMark x1="33498" y1="13528" x2="13531" y2="15174"/>
                        <a14:foregroundMark x1="32673" y1="18647" x2="67492" y2="14442"/>
                        <a14:foregroundMark x1="28053" y1="20841" x2="13861" y2="27422"/>
                        <a14:foregroundMark x1="12541" y1="18099" x2="24257" y2="20110"/>
                        <a14:foregroundMark x1="7591" y1="18464" x2="8251" y2="28154"/>
                        <a14:foregroundMark x1="96205" y1="22121" x2="96205" y2="46252"/>
                        <a14:foregroundMark x1="34158" y1="31810" x2="38779" y2="44607"/>
                        <a14:foregroundMark x1="38779" y1="44607" x2="32178" y2="40585"/>
                        <a14:foregroundMark x1="24587" y1="37294" x2="30528" y2="50274"/>
                        <a14:foregroundMark x1="22607" y1="34186" x2="22772" y2="51005"/>
                        <a14:foregroundMark x1="20627" y1="38026" x2="18152" y2="49177"/>
                        <a14:foregroundMark x1="28878" y1="36380" x2="28878" y2="42779"/>
                        <a14:foregroundMark x1="33168" y1="43693" x2="33168" y2="53016"/>
                        <a14:foregroundMark x1="37954" y1="35283" x2="38449" y2="46435"/>
                        <a14:foregroundMark x1="41584" y1="37294" x2="42409" y2="52834"/>
                        <a14:foregroundMark x1="36139" y1="46252" x2="38284" y2="53931"/>
                        <a14:backgroundMark x1="18482" y1="2011" x2="18482" y2="2011"/>
                        <a14:backgroundMark x1="19472" y1="2011" x2="28383" y2="1280"/>
                        <a14:backgroundMark x1="49505" y1="2925" x2="57261" y2="2011"/>
                        <a14:backgroundMark x1="90924" y1="2377" x2="58581" y2="1280"/>
                        <a14:backgroundMark x1="59571" y1="914" x2="57261" y2="1645"/>
                        <a14:backgroundMark x1="51485" y1="1645" x2="33333" y2="183"/>
                        <a14:backgroundMark x1="33333" y1="183" x2="27393" y2="1645"/>
                        <a14:backgroundMark x1="20132" y1="1645" x2="17657" y2="21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47509" y="62755"/>
            <a:ext cx="1638050" cy="14785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Благодаря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вниманието</a:t>
            </a:r>
            <a:r>
              <a:rPr dirty="0"/>
              <a:t>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Готов съм да отговоря на вашите въпроси.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10</TotalTime>
  <Words>223</Words>
  <Application>Microsoft Office PowerPoint</Application>
  <PresentationFormat>On-screen Show (4:3)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Tw Cen MT</vt:lpstr>
      <vt:lpstr>Wingdings</vt:lpstr>
      <vt:lpstr>Circuit</vt:lpstr>
      <vt:lpstr>Bulgarche</vt:lpstr>
      <vt:lpstr>Какво е Bulgarche?</vt:lpstr>
      <vt:lpstr>Потребителско преживяване (UX)</vt:lpstr>
      <vt:lpstr>Образователно съдържание</vt:lpstr>
      <vt:lpstr>Технологична архитектура</vt:lpstr>
      <vt:lpstr>Маркетинг и представяне</vt:lpstr>
      <vt:lpstr>Статус и бъдещо развитие</vt:lpstr>
      <vt:lpstr>Благодаря за вниманието!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Bulgarche</dc:title>
  <dc:subject/>
  <dc:creator>hrsito georgiev</dc:creator>
  <cp:keywords/>
  <dc:description>generated using python-pptx</dc:description>
  <cp:lastModifiedBy>Христо Георгиев</cp:lastModifiedBy>
  <cp:revision>4</cp:revision>
  <dcterms:created xsi:type="dcterms:W3CDTF">2013-01-27T09:14:16Z</dcterms:created>
  <dcterms:modified xsi:type="dcterms:W3CDTF">2026-03-04T06:26:59Z</dcterms:modified>
  <cp:category/>
</cp:coreProperties>
</file>